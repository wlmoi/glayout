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4" r:id="rId4"/>
    <p:sldId id="275" r:id="rId5"/>
    <p:sldId id="276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38" d="100"/>
          <a:sy n="38" d="100"/>
        </p:scale>
        <p:origin x="56" y="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54000" cy="54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C881F-AA8F-482B-A5C1-AA6C26D5A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60FDF-BAE6-4F04-A5ED-311402F71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88E25-8C9F-4CD2-BEF9-48E714DDD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0328-8F89-4793-9E7A-3FCA14136824}" type="datetimeFigureOut">
              <a:rPr lang="en-ID" smtClean="0"/>
              <a:t>27/03/2026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73569-B291-400F-9CBA-C9635803A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6F7E4-7D60-4A60-AE6E-6E6D91E6D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1C63E-2E36-4F61-A573-29C9512AC5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54968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6778B-C752-4548-BFFC-5E315D595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0AE3B-E74E-4A51-BB0C-AD1F0F5AC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A53EB-591F-4E86-A19C-EF840E8EF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0328-8F89-4793-9E7A-3FCA14136824}" type="datetimeFigureOut">
              <a:rPr lang="en-ID" smtClean="0"/>
              <a:t>27/03/2026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4DD70-7C11-4B2F-B2CD-B693B4083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032E3-BB26-4BA8-B5F4-FA4C69BEE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1C63E-2E36-4F61-A573-29C9512AC5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57886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0E9F-9CB9-4976-A258-EAEF05005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143CF-8DD6-4467-B47A-7FC854BBE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5DC18-D710-4318-9052-19ABB17E1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0328-8F89-4793-9E7A-3FCA14136824}" type="datetimeFigureOut">
              <a:rPr lang="en-ID" smtClean="0"/>
              <a:t>27/03/2026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200CF-89A7-4387-88A8-550BD2C73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77528-D61A-41BC-A1B6-D1C4F3392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1C63E-2E36-4F61-A573-29C9512AC5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29493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0CD1C-2CAA-4ABE-9F21-D5849235D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0298F-5E3F-435F-B3EE-A420F3F040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7A72E-60D2-405E-9E21-4079661C2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389B6-108C-4493-98ED-EAF4D8610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0328-8F89-4793-9E7A-3FCA14136824}" type="datetimeFigureOut">
              <a:rPr lang="en-ID" smtClean="0"/>
              <a:t>27/03/2026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9F52BC-34D4-4687-8D07-7A0E10E9E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637E3-2ECE-4B7F-99E2-1838866F1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1C63E-2E36-4F61-A573-29C9512AC5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75264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9B4AA-67F6-4270-8616-0B705E1E1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3495A-BA11-45E4-8DA5-4420582F7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33C080-816B-4E89-9666-B430921AE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4CBD13-C688-4D64-AF96-DB53884DBB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B9B8E1-09DE-416D-9F4E-EE155D95C4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EECF35-2197-4801-8CB9-02670C404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0328-8F89-4793-9E7A-3FCA14136824}" type="datetimeFigureOut">
              <a:rPr lang="en-ID" smtClean="0"/>
              <a:t>27/03/2026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83F82D-8840-44E2-B6AC-97C6A8930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2B1ED-AFEB-4274-B990-27B163E80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1C63E-2E36-4F61-A573-29C9512AC5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2206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4881F-02D2-4C49-97A2-5FF81570A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2DC7F4-69D6-41AC-A729-AC272D257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0328-8F89-4793-9E7A-3FCA14136824}" type="datetimeFigureOut">
              <a:rPr lang="en-ID" smtClean="0"/>
              <a:t>27/03/2026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5A7B2D-52F8-47BE-A74C-B780B1D5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A7D98-F6D3-4478-A307-135A830F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1C63E-2E36-4F61-A573-29C9512AC5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6425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E036E-F7B3-48B6-83EF-D264402C6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0328-8F89-4793-9E7A-3FCA14136824}" type="datetimeFigureOut">
              <a:rPr lang="en-ID" smtClean="0"/>
              <a:t>27/03/2026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5CE431-855B-471B-89E2-CEA21C808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B50E8-48B3-41D8-8035-995846705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1C63E-2E36-4F61-A573-29C9512AC5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65780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938DE-23F2-41F2-9ACB-757118DFD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78521-6C36-42B9-9380-40CA66E81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7380F7-D749-4161-ABB6-17FCE6F0A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F96B6-31F0-4E30-B454-499311105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0328-8F89-4793-9E7A-3FCA14136824}" type="datetimeFigureOut">
              <a:rPr lang="en-ID" smtClean="0"/>
              <a:t>27/03/2026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D7A44-0AC6-4F54-AC21-A5EC970A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C556D-AE4D-44CE-A990-91D30588A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1C63E-2E36-4F61-A573-29C9512AC5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6311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452D5-352C-4603-8C40-7AEC7B3C4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6E9EA4-007F-4711-AA15-7C684D48B9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EE287-9836-4C69-A5AC-0ECC197CB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9DE0C-BD22-404F-8A87-D01E536F9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0328-8F89-4793-9E7A-3FCA14136824}" type="datetimeFigureOut">
              <a:rPr lang="en-ID" smtClean="0"/>
              <a:t>27/03/2026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D4EFD-78A7-4DCB-B3D3-B805C6072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D2228-257B-4CF7-B189-E4B70E910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1C63E-2E36-4F61-A573-29C9512AC5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2447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5EFEE-E2DF-47E8-BA2B-C00A3F36F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70135-F9CC-4FC3-8BF0-AF977E37F2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8FF39-81A0-43AB-BAA0-B3FD97CA9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0328-8F89-4793-9E7A-3FCA14136824}" type="datetimeFigureOut">
              <a:rPr lang="en-ID" smtClean="0"/>
              <a:t>27/03/2026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87624-0B71-4908-B39A-6F3308B0B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F0096-FD31-4C25-8F0C-1A31626E5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1C63E-2E36-4F61-A573-29C9512AC5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3471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1DD9EA-DF85-4131-A481-B07CFFFACF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093D83-9444-409C-80EE-712B43AA4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07D03-7855-4C31-BFBA-2FE545A83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0328-8F89-4793-9E7A-3FCA14136824}" type="datetimeFigureOut">
              <a:rPr lang="en-ID" smtClean="0"/>
              <a:t>27/03/2026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D7E6E-9A34-40A8-B396-E24CA2807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46CBD-94AD-4626-A0B8-F16986ADC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1C63E-2E36-4F61-A573-29C9512AC5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605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FEF3D6-7262-4053-A24A-44452FF4C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EBFB1-0A47-4CDA-9EF4-09740A409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F19A6-BF4B-4E3C-B68B-3B3E8FF2ED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4D0328-8F89-4793-9E7A-3FCA14136824}" type="datetimeFigureOut">
              <a:rPr lang="en-ID" smtClean="0"/>
              <a:t>27/03/2026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A976E-31F6-44F2-8EE6-A319EC2D17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5E5AA-17FF-4DBA-B48C-AE4330637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1C63E-2E36-4F61-A573-29C9512AC5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5395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40qe4hXG6Kk&amp;list=PLtzXUac_Lg4jstfqzxlK9bqxuxauoRiMO&amp;index=4" TargetMode="External"/><Relationship Id="rId2" Type="http://schemas.openxmlformats.org/officeDocument/2006/relationships/hyperlink" Target="https://www.youtube.com/watch?v=U21oAbeKTNo&amp;list=PLtzXUac_Lg4jstfqzxlK9bqxuxauoRiMO&amp;index=3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Triangle 2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6D960-345A-4B03-BCC1-C2F8E4B45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8100" dirty="0" err="1"/>
              <a:t>Tugas</a:t>
            </a:r>
            <a:r>
              <a:rPr lang="en-US" sz="8100" dirty="0"/>
              <a:t> 4 APIC</a:t>
            </a:r>
            <a:br>
              <a:rPr lang="en-US" sz="8100" dirty="0"/>
            </a:br>
            <a:r>
              <a:rPr lang="en-US" sz="8100" dirty="0"/>
              <a:t>Basic Gates</a:t>
            </a:r>
            <a:endParaRPr lang="en-ID" sz="8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BE353C-7FDF-42D4-861D-54749E1C0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I Made Medika Surya W.M – 13222021</a:t>
            </a:r>
          </a:p>
        </p:txBody>
      </p:sp>
    </p:spTree>
    <p:extLst>
      <p:ext uri="{BB962C8B-B14F-4D97-AF65-F5344CB8AC3E}">
        <p14:creationId xmlns:p14="http://schemas.microsoft.com/office/powerpoint/2010/main" val="3042602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604254-C918-4C9C-8D54-280F04A45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4" y="712225"/>
            <a:ext cx="10657636" cy="756751"/>
          </a:xfrm>
        </p:spPr>
        <p:txBody>
          <a:bodyPr anchor="ctr">
            <a:noAutofit/>
          </a:bodyPr>
          <a:lstStyle/>
          <a:p>
            <a:r>
              <a:rPr lang="en-US" b="1" dirty="0"/>
              <a:t>Schematic di </a:t>
            </a:r>
            <a:r>
              <a:rPr lang="en-US" b="1" dirty="0" err="1"/>
              <a:t>xschem</a:t>
            </a:r>
            <a:r>
              <a:rPr lang="en-US" b="1" dirty="0"/>
              <a:t> dan </a:t>
            </a:r>
            <a:r>
              <a:rPr lang="en-US" b="1" dirty="0" err="1"/>
              <a:t>NgSpice</a:t>
            </a:r>
            <a:endParaRPr lang="en-ID" b="1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1057011-F9EE-47E4-AC87-B42C1A9039A4}"/>
              </a:ext>
            </a:extLst>
          </p:cNvPr>
          <p:cNvSpPr txBox="1">
            <a:spLocks/>
          </p:cNvSpPr>
          <p:nvPr/>
        </p:nvSpPr>
        <p:spPr>
          <a:xfrm>
            <a:off x="802641" y="1435922"/>
            <a:ext cx="10657636" cy="13126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5586CE-8822-46DB-8C41-E47498F97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86" y="1468976"/>
            <a:ext cx="4622464" cy="46154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CB5D698-B71C-4AA6-BA29-76001A4C2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112" y="1468975"/>
            <a:ext cx="4440087" cy="464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602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604254-C918-4C9C-8D54-280F04A45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4" y="712225"/>
            <a:ext cx="10657636" cy="756751"/>
          </a:xfrm>
        </p:spPr>
        <p:txBody>
          <a:bodyPr anchor="ctr">
            <a:noAutofit/>
          </a:bodyPr>
          <a:lstStyle/>
          <a:p>
            <a:r>
              <a:rPr lang="en-US" b="1" dirty="0"/>
              <a:t>LVS </a:t>
            </a:r>
            <a:r>
              <a:rPr lang="en-US" b="1" dirty="0" err="1"/>
              <a:t>menggunakan</a:t>
            </a:r>
            <a:r>
              <a:rPr lang="en-US" b="1" dirty="0"/>
              <a:t> </a:t>
            </a:r>
            <a:r>
              <a:rPr lang="en-US" b="1" dirty="0" err="1"/>
              <a:t>Klayout</a:t>
            </a:r>
            <a:endParaRPr lang="en-ID" b="1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1057011-F9EE-47E4-AC87-B42C1A9039A4}"/>
              </a:ext>
            </a:extLst>
          </p:cNvPr>
          <p:cNvSpPr txBox="1">
            <a:spLocks/>
          </p:cNvSpPr>
          <p:nvPr/>
        </p:nvSpPr>
        <p:spPr>
          <a:xfrm>
            <a:off x="802641" y="1435922"/>
            <a:ext cx="10657636" cy="13126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81B0C0-F121-43D7-B6FF-088184CEB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276" y="1757337"/>
            <a:ext cx="9154428" cy="406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194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604254-C918-4C9C-8D54-280F04A45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4" y="712225"/>
            <a:ext cx="10657636" cy="756751"/>
          </a:xfrm>
        </p:spPr>
        <p:txBody>
          <a:bodyPr anchor="ctr">
            <a:noAutofit/>
          </a:bodyPr>
          <a:lstStyle/>
          <a:p>
            <a:r>
              <a:rPr lang="en-US" b="1" dirty="0"/>
              <a:t>Layout </a:t>
            </a:r>
            <a:r>
              <a:rPr lang="en-US" b="1" dirty="0" err="1"/>
              <a:t>menggunakan</a:t>
            </a:r>
            <a:r>
              <a:rPr lang="en-US" b="1" dirty="0"/>
              <a:t> K - Layout</a:t>
            </a:r>
            <a:endParaRPr lang="en-ID" b="1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1057011-F9EE-47E4-AC87-B42C1A9039A4}"/>
              </a:ext>
            </a:extLst>
          </p:cNvPr>
          <p:cNvSpPr txBox="1">
            <a:spLocks/>
          </p:cNvSpPr>
          <p:nvPr/>
        </p:nvSpPr>
        <p:spPr>
          <a:xfrm>
            <a:off x="802641" y="1435922"/>
            <a:ext cx="10657636" cy="13126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D77CEF-9DB3-472F-A15F-123BB830A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590" y="1435922"/>
            <a:ext cx="4675292" cy="462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714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604254-C918-4C9C-8D54-280F04A45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4" y="712225"/>
            <a:ext cx="10657636" cy="756751"/>
          </a:xfrm>
        </p:spPr>
        <p:txBody>
          <a:bodyPr anchor="ctr">
            <a:noAutofit/>
          </a:bodyPr>
          <a:lstStyle/>
          <a:p>
            <a:r>
              <a:rPr lang="en-US" b="1" dirty="0"/>
              <a:t>DRC -  LVS</a:t>
            </a:r>
            <a:endParaRPr lang="en-ID" b="1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1057011-F9EE-47E4-AC87-B42C1A9039A4}"/>
              </a:ext>
            </a:extLst>
          </p:cNvPr>
          <p:cNvSpPr txBox="1">
            <a:spLocks/>
          </p:cNvSpPr>
          <p:nvPr/>
        </p:nvSpPr>
        <p:spPr>
          <a:xfrm>
            <a:off x="802641" y="1435922"/>
            <a:ext cx="10657636" cy="13126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1E792A-4100-4C8A-AA50-42326E1CC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51" y="1631940"/>
            <a:ext cx="3238666" cy="34926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64E813-E378-4708-9328-DEAAF1ABC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6590" y="1625837"/>
            <a:ext cx="5086050" cy="358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25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604254-C918-4C9C-8D54-280F04A45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4" y="712225"/>
            <a:ext cx="10657636" cy="756751"/>
          </a:xfrm>
        </p:spPr>
        <p:txBody>
          <a:bodyPr anchor="ctr">
            <a:noAutofit/>
          </a:bodyPr>
          <a:lstStyle/>
          <a:p>
            <a:r>
              <a:rPr lang="en-US" b="1" dirty="0" err="1"/>
              <a:t>Referensi</a:t>
            </a:r>
            <a:endParaRPr lang="en-ID" b="1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D437FEE-4618-43F2-893B-AE202ED6B68E}"/>
              </a:ext>
            </a:extLst>
          </p:cNvPr>
          <p:cNvSpPr txBox="1">
            <a:spLocks/>
          </p:cNvSpPr>
          <p:nvPr/>
        </p:nvSpPr>
        <p:spPr>
          <a:xfrm>
            <a:off x="761774" y="1435922"/>
            <a:ext cx="10657636" cy="37050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dirty="0">
                <a:hlinkClick r:id="rId2"/>
              </a:rPr>
              <a:t>https://www.youtube.com/watch?v=MdywD87-DVg</a:t>
            </a:r>
          </a:p>
          <a:p>
            <a:pPr marL="0" indent="0" algn="just">
              <a:buNone/>
            </a:pPr>
            <a:r>
              <a:rPr lang="en-US" sz="2400" dirty="0">
                <a:hlinkClick r:id="rId2"/>
              </a:rPr>
              <a:t>https://www.youtube.com/watch?v=DLvZSsLAbho</a:t>
            </a:r>
          </a:p>
          <a:p>
            <a:pPr marL="0" indent="0" algn="just">
              <a:buNone/>
            </a:pPr>
            <a:r>
              <a:rPr lang="en-US" sz="2400" dirty="0">
                <a:hlinkClick r:id="rId2"/>
              </a:rPr>
              <a:t>https://www.youtube.com/watch?v=nBnR8Nm_B_I&amp;t=6s</a:t>
            </a:r>
          </a:p>
          <a:p>
            <a:pPr marL="0" indent="0" algn="just">
              <a:buNone/>
            </a:pPr>
            <a:r>
              <a:rPr lang="en-US" sz="2400" dirty="0">
                <a:hlinkClick r:id="rId2"/>
              </a:rPr>
              <a:t>https://www.youtube.com/watch?v=vamfMryYPS4</a:t>
            </a:r>
          </a:p>
          <a:p>
            <a:pPr marL="0" indent="0" algn="just">
              <a:buNone/>
            </a:pPr>
            <a:r>
              <a:rPr lang="en-US" sz="2400" dirty="0">
                <a:hlinkClick r:id="rId2"/>
              </a:rPr>
              <a:t>https://www.youtube.com/watch?v=U21oAbeKTNo</a:t>
            </a:r>
            <a:endParaRPr lang="en-US" sz="2400" dirty="0"/>
          </a:p>
          <a:p>
            <a:pPr marL="0" indent="0" algn="just">
              <a:buNone/>
            </a:pPr>
            <a:r>
              <a:rPr lang="en-US" sz="2400" dirty="0">
                <a:hlinkClick r:id="rId3"/>
              </a:rPr>
              <a:t>https://www.youtube.com/watch?v=40qe4hXG6Kk</a:t>
            </a: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62896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115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Tugas 4 APIC Basic Gates</vt:lpstr>
      <vt:lpstr>Schematic di xschem dan NgSpice</vt:lpstr>
      <vt:lpstr>LVS menggunakan Klayout</vt:lpstr>
      <vt:lpstr>Layout menggunakan K - Layout</vt:lpstr>
      <vt:lpstr>DRC -  LVS</vt:lpstr>
      <vt:lpstr>Referensi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Tugas 1 VLSI Rangkaian Kombinasional</dc:title>
  <dc:creator>I Mas</dc:creator>
  <cp:lastModifiedBy>I Mas</cp:lastModifiedBy>
  <cp:revision>39</cp:revision>
  <dcterms:created xsi:type="dcterms:W3CDTF">2025-09-22T12:12:41Z</dcterms:created>
  <dcterms:modified xsi:type="dcterms:W3CDTF">2026-03-27T05:48:09Z</dcterms:modified>
</cp:coreProperties>
</file>